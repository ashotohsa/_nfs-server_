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ЮФУ · Физический факультет ·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8046720" cy="17373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96012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Развёртывание и настройка NFS-сервера для сетевого хранения данных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Курсовой проект по курсу «Администрирование Unix-подобных систем»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Григорян Ашот · Карлашов Андрей · Кроливец Иван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Курс: Администрирование ОС Linux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 ролей и индивидуальный вклад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206240" cy="38404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22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Григорян Ашот — Инженер по автоматизации инфраструктуры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репозитория, ветвление Git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манифест (nfs-server, clients)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bootstrap.sh — инициализация ОС, директорий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с non-root пользователем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Makefile: цели up / down / test / clean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2062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22960"/>
            <a:ext cx="420624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822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Карлашов Андрей — Системный администратор / SRE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261872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 /etc/exports (rw, sync, root_squash)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NFSv4: fsid=0, единственный порт 2049/TCP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Клиентские тома: driver: local, type: nfs4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healthcheck: showmount -e localhost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HA-тест: отключение ноды, замер failover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Кроливец Иван — Инженер по мониторингу и безопасности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30352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 hardening.sh: UFW по принципу «запрещено всё, кроме явно разрешённого»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Изоляция storage-net: NFS-трафик недоступен снаружи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Развёртывание Prometheus + Grafana, node_exporter, cAdvisor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Кастомные дашборды: I/O NFS-шары, метрики контейнеров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пайплайн GitHub Actions: yamllint, ShellCheck, Hadolint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Блокировка слияния кода при провале тестов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822960"/>
            <a:ext cx="3017520" cy="126187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89320" y="868680"/>
            <a:ext cx="2743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UFW, cap_drop, storage-net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52160" y="2194560"/>
            <a:ext cx="3017520" cy="1261872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89320" y="2240280"/>
            <a:ext cx="2743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3566160"/>
            <a:ext cx="3017520" cy="1261872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89320" y="3611880"/>
            <a:ext cx="2743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lintersss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 проекта и проблематика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30352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совместного доступа к данным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контейнеризированных средах каждый сервис хранит данные изолированно — это создаёт дублирование и рассинхронизацию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масштабируемости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Горизонтальное масштабирование требует единого хранилища, доступного всем узлам одновременно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Методология IaC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Ручная настройка NFS неизбежно порождает «дрейф конфигураций» — необходима 100% автоматизация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822960"/>
            <a:ext cx="3017520" cy="126187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89320" y="868680"/>
            <a:ext cx="2743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Единое хранилище для всех контейнеров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52160" y="2194560"/>
            <a:ext cx="3017520" cy="1261872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89320" y="2240280"/>
            <a:ext cx="2743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NFSv4 Protocol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Единственный порт 2049/TCP, Kerberos-ready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3566160"/>
            <a:ext cx="3017520" cy="1261872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89320" y="3611880"/>
            <a:ext cx="2743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подход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+ bootstrap.sh + CI/CD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и задачи работы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работы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Проектирование, развёртывание и защита NFS-сервера сетевого хранения данных в контейнеризированной среде под управлением ОС Linux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для достижения цели: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Развёртывание NFS-сервера в Docker с персистентным томом данных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Подключение нескольких клиентских контейнеров через Docker Volume (type: nfs4)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Реализация сетевой изоляции (storage-net) и hardening (UFW, cap_drop)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Написание скриптов тестирования (test_nfs.sh) и резервного копирования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Настройка CI/CD пайплайна и мониторинга Prometheus + Grafana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Теоретические основы: протокол NFS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30352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(Network File System) — клиент-серверный протокол монтирования удалённых ФС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NFSv4 использует единственный порт 2049/TCP — упрощает правила брандмауэра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Опции экспорта: rw/ro, sync/async, root_squash, no_subtree_check, fsid=0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с альтернативами: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vs Samba: NFS нативнее в Linux-среде, Samba предпочтительна для Windows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vs GlusterFS: GlusterFS масштабируемее, но избыточен для 3-узлового стенда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vs iSCSI: iSCSI — блочный протокол, NFS — файловый (проще для контейнеров)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822960"/>
            <a:ext cx="3017520" cy="194767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89320" y="868680"/>
            <a:ext cx="2743200" cy="1856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NFSv4 vs NFSv3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порт, состояние сессий, лучшая безопасность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52160" y="2880360"/>
            <a:ext cx="3017520" cy="1947672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89320" y="2926080"/>
            <a:ext cx="2743200" cy="1856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root_squash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Безопасный маппинг root → nobody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распределённого кластера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30352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Топология стенда: NFS-сервер + 2 клиента + мониторинг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nfs-server — экспортирует /exports/shared по NFSv4 (порт 2049)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nfs-client-1 — монтирует NFS-шару автоматически при старте (driver: local, type: nfs4)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nfs-client-2 — монтирует ту же шару, демонстрируя совместный доступ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— Prometheus + Grafana, изолированная сеть monitoring-net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данных: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nfs-server → именованный том nfs_data → /exports/shared → оба клиента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822960"/>
            <a:ext cx="3017520" cy="126187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89320" y="868680"/>
            <a:ext cx="2743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storage-net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Изолированная bridge-сеть для NFS-трафика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52160" y="2194560"/>
            <a:ext cx="3017520" cy="1261872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89320" y="2240280"/>
            <a:ext cx="2743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monitoring-net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Отдельная сеть для Prometheus/Grafana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3566160"/>
            <a:ext cx="3017520" cy="1261872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89320" y="3611880"/>
            <a:ext cx="2743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nfs_data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Персистентный named volume на хост-системе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Сетевая инфраструктура и изоляция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30352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Виртуальная сеть storage-net (driver: bridge)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nfs-server: фиксированный IP 172.20.0.10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nfs-client-1: 172.20.0.11 · nfs-client-2: 172.20.0.12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 доступ к порту 2049 полностью закрыт межсетевым экраном UFW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Виртуальная сеть monitoring-net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доступна на порту 3000 с HTTP-аутентификацией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доступен только через localhost (9090)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Дефолтная сеть Docker (default) не используется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822960"/>
            <a:ext cx="3017520" cy="194767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89320" y="868680"/>
            <a:ext cx="2743200" cy="1856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UFW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 default deny incoming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 allow 22/tcp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 allow from 172.20.0.0/24 to any port 2049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52160" y="2880360"/>
            <a:ext cx="3017520" cy="1947672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89320" y="2926080"/>
            <a:ext cx="2743200" cy="1856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VLAN-утечки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NFS-трафик строго внутри storage-net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 развёртывания: Docker Compose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Декларативное описание NFS-сервера и клиента с автоматическим монтированием тома: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8595360" cy="3566160"/>
          </a:xfrm>
          <a:prstGeom prst="rect">
            <a:avLst/>
          </a:prstGeom>
          <a:solidFill>
            <a:srgbClr val="1A2A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37160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371600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572768"/>
            <a:ext cx="8321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nfs-server: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erichough/nfs-server:latest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privileged: true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NFS_EXPORT_0: '/exports/shared *(rw,sync,no_subtree_check,fsid=0)'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volumes: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nfs_data:/exports/shared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networks: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storage-net: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ipv4_address: 172.20.0.10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healthcheck: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test: ["CMD", "showmount", "-e", "localhost"]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interval: 30s  timeout: 10s  retries: 5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nfs-client-1: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alpine:3.19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depends_on: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nfs-server: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condition: service_healthy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volumes: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nfs_shared:/mnt/shared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networks: [storage-net]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Монтирование NFS через Docker Volume (NFSv4)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Использование встроенного драйвера без установки клиентских пакетов в образ: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8595360" cy="3566160"/>
          </a:xfrm>
          <a:prstGeom prst="rect">
            <a:avLst/>
          </a:prstGeom>
          <a:solidFill>
            <a:srgbClr val="1A2A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37160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371600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572768"/>
            <a:ext cx="8321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nfs_shared: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driver: local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driver_opts: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type: nfs4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o: "addr=172.20.0.10,rw,sync,nfsvers=4,hard,intr"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device: ":/exports/shared"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nfs_data: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driver: local          # Персистентное хранилище сервера на хосте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storage-net: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driver: bridge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ipam: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config: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 subnet: 172.20.0.0/24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monitoring-net: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driver: bridge         # Изолированная сеть для Prometheus/Grafana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Первичная подготовка среды (bootstrap.sh)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 автоматически создаёт директорию экспорта с корректными правами POSIX: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8595360" cy="3566160"/>
          </a:xfrm>
          <a:prstGeom prst="rect">
            <a:avLst/>
          </a:prstGeom>
          <a:solidFill>
            <a:srgbClr val="1A2A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37160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371600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572768"/>
            <a:ext cx="8321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@file bootstrap.sh  @brief Инициализация NFS-хоста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-euo pipefail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EXPORT_DIR="${EXPORT_DIR:-/opt/nfs/shared}"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BACKUP_DIR="${BACKUP_DIR:-/opt/nfs/backups}"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Создание директорий с правами, совместимыми с root_squash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dir in "${EXPORT_DIR}" "${BACKUP_DIR}"; do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[[ ! -d "${dir}" ]]; then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mkdir -p "${dir}"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chown nobody:nogroup "${dir}"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chmod 777 "${dir}"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echo "LOG: Создана директория ${dir}"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Проверка наличия .env файла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[[ ! -f ".env" ]]; then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cp .env.example .env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"WARN: .env создан из шаблона!"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Обеспечение безопасности (Hardening)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ОС хоста (hardening.sh)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UFW: ufw default deny incoming → блокируем всё входящее по умолчанию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Открыты: 22/TCP (SSH), 3000/TCP (Grafana, только admin-IP)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 2049/TCP: разрешён только внутри подсети 172.20.0.0/24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контейнеров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cap_drop: [ALL] для клиентских контейнеров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read_only: true — корневая ФС в режиме только чтения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appuser — все процессы от непривилегированного пользователя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NFS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root_squash: root-запросы перемаппируются в nobody (UID 65534)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Интеграционное тестирование (test_nfs.sh)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30352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 проверяет стенд в 4 этапа: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1: Сетевая доступность — showmount -e nfs-server с таймаутом 60 сек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2: Монтирование — df -h | grep nfs в обоих клиентских контейнерах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3: Совместный доступ — запись из client-1, чтение из client-2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4: HA-тест — docker stop nfs-server → ожидание → проверка повторного монтирования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Резервное копирование (backup.sh):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rsync --archive --checksum — инкрементальная синхронизация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BACKUP_DIR -mtime +7 -exec rm {} — ротация архивов старше 7 дней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822960"/>
            <a:ext cx="3017520" cy="194767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89320" y="868680"/>
            <a:ext cx="2743200" cy="1856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уровня тестов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→ Mount → R/W → HA Failover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52160" y="2880360"/>
            <a:ext cx="3017520" cy="1947672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89320" y="2926080"/>
            <a:ext cx="2743200" cy="1856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rotation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Ежедневные снапшоты, хранение 7 дней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Конвейер CI/CD: статический анализ и тесты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30352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Пайплайн pr-validation.yml (запуск на каждый Pull Request)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yamllint — проверка синтаксиса всех YAML-файлов и docker-compose.yml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ShellCheck — аудит bash-скриптов на ошибки и соответствие POSIX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Hadolint — проверка Dockerfile на оптимизацию слоёв сборки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Динамические тесты (In-Pipeline Tests)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разворачивает Ubuntu-раннер и собирает стенд «с нуля»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Запускает test_nfs.sh: проверяет монтирование и совместный доступ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Слияние в main блокируется до «зелёного» статуса всех проверок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822960"/>
            <a:ext cx="3017520" cy="126187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89320" y="868680"/>
            <a:ext cx="2743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линтера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yamllint · ShellCheck · Hadolint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52160" y="2194560"/>
            <a:ext cx="3017520" cy="1261872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89320" y="2240280"/>
            <a:ext cx="2743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In-Pipeline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Реальный стенд в облачном раннере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3566160"/>
            <a:ext cx="3017520" cy="1261872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89320" y="3611880"/>
            <a:ext cx="2743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lock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Блокировка main без зелёного CI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Мониторинг: Prometheus + Grafana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30352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сбора телеметрии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node_exporter — системные метрики хоста (CPU, RAM, дисковая нагрузка)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cAdvisor — метрики контейнеров (CPU usage, memory RSS, I/O per container)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— TSDB с интервалом скрейпинга 15s, хранение 30 дней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дашборды (IaC через provisioning/dashboards/)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 — NFS I/O: bytes read/write/s, операций/с с nfs-шары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 — Контейнеры: TOP-5 по CPU и RAM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3 — Хост: утилизация дисковой подсистемы, сетевой трафик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822960"/>
            <a:ext cx="3017520" cy="194767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89320" y="868680"/>
            <a:ext cx="2743200" cy="1856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IaC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JSON-дашборды из config/ без ручной настройки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52160" y="2880360"/>
            <a:ext cx="3017520" cy="1947672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89320" y="2926080"/>
            <a:ext cx="2743200" cy="1856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rules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Алерт при NFS unavailable &gt; 30 сек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 — результаты курсового проекта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23360" cy="117348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87552"/>
            <a:ext cx="3749040" cy="1027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NFS-кластер развёрнут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+ 2 клиента + мониторинг через Docker Compose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800600" y="914400"/>
            <a:ext cx="4023360" cy="11734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987552"/>
            <a:ext cx="3749040" cy="1027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Многоуровневая защита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UFW, cap_drop, storage-net, root_squash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2252472"/>
            <a:ext cx="4023360" cy="11734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325624"/>
            <a:ext cx="3749040" cy="1027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Полная автоматизация IaC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bootstrap.sh, Makefile, docker-compose.yml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00600" y="2252472"/>
            <a:ext cx="4023360" cy="1173480"/>
          </a:xfrm>
          <a:prstGeom prst="rect">
            <a:avLst/>
          </a:prstGeom>
          <a:solidFill>
            <a:srgbClr val="1E609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2325624"/>
            <a:ext cx="3749040" cy="1027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Тестирование и HA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test_nfs.sh: 4 этапа включая failover-сценарий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3590544"/>
            <a:ext cx="4023360" cy="117348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663696"/>
            <a:ext cx="3749040" cy="1027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Observability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Grafana, кастомные NFS-дашборды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00600" y="3590544"/>
            <a:ext cx="4023360" cy="11734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3663696"/>
            <a:ext cx="3749040" cy="1027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CI/CD GitHub Actions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ShellCheck · yamllint · Hadolint · In-Pipeline тесты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NFS-сервер — курсовой проект</dc:title>
  <dc:subject>Администрирование ОС Linux</dc:subject>
  <dc:creator>Григорян А., Карлашов А., Кроливец И.</dc:creator>
  <cp:lastModifiedBy>Григорян А., Карлашов А., Кроливец И.</cp:lastModifiedBy>
  <cp:revision>1</cp:revision>
  <dcterms:created xsi:type="dcterms:W3CDTF">2026-06-08T18:20:26Z</dcterms:created>
  <dcterms:modified xsi:type="dcterms:W3CDTF">2026-06-08T18:20:26Z</dcterms:modified>
</cp:coreProperties>
</file>